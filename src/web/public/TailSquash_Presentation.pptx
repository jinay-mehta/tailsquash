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 HACKATHON @ IIT GUWAHATI // "SURPRISE US!"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TailSquash: Eliminating Distributed Tail Latency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Adaptive, budget-capped speculative reverse proxy for hyperconverged storage and microservices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120640" cy="3657600"/>
          </a:xfrm>
          <a:prstGeom prst="roundRect">
            <a:avLst>
              <a:gd name="adj" fmla="val 375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transient stall (GC pause, SSD compaction, TCP loss) in a distributed storage cluster freezes the entire client transaction.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 dynamically monitors cluster P90 latency. When a primary request exceeds P90, it speculatively hedges against a secondary replica.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Sub-millisecond socket cancellation with a strict 8% traffic budget circuit breaker prevents cluster overload.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2560320"/>
            <a:ext cx="530352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7432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VALIDATION SNAPSHOT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200400"/>
          <a:ext cx="4754880" cy="2651760"/>
        </p:xfrm>
        <a:graphic>
          <a:graphicData uri="http://schemas.openxmlformats.org/drawingml/2006/table">
            <a:tbl>
              <a:tblPr/>
              <a:tblGrid>
                <a:gridCol w="1584960"/>
                <a:gridCol w="1584960"/>
                <a:gridCol w="15849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TailSquash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 (Median)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 ms (Parity)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P99 (Tail)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924.8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42.3 ms (95.4% drop)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Overhead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4.2% (&lt; 8% Cap)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 Sockets Aborted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Reclaimed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Reality of the Long Tail in Clustered Storage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HEALTHY NODES SUDDENLY STALL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pauses are unavoidable in production clusters: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Stop-the-World GC: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Unscheduled memory compaction sweeps in JVM / V8 runtimes pause threads for 100ms - 600ms.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SSD Flash Compaction: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 write amplification, block erase cycles, and wear-leveling cause sudden I/O queue delays.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TCP Retransmission Timeouts: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Transient packet loss triggers standard 200ms+ TCP RTO penalties.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Hypervisor Jitter: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neighbors steal CPU time-slices on shared cluster hardware.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ILLUSION OF THE AVERAGE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2103120"/>
            <a:ext cx="4663440" cy="1005840"/>
          </a:xfrm>
          <a:prstGeom prst="rect">
            <a:avLst/>
          </a:prstGeom>
          <a:solidFill>
            <a:srgbClr val="F1F5F9"/>
          </a:solidFill>
          <a:ln w="25400">
            <a:solidFill>
              <a:srgbClr val="2563EB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492240" y="2423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Average: 18 ms   |   P99: 924 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breaks customer SLAs: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- 90% of requests finish in 15ms, creating a false sense of health.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But P99 tail latency explodes to near-second delays.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Because hyperconverged storage reads scatter across extents, a single 800ms pause stalls the entire client operation.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 is not broken, just busy. An alternate replica is almost certainly idle right now!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RIGOR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Fan-Out Amplification Law: P_tail = 1 - (1 - p)^N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 individual storage node has only a 1% chance (p = 0.01) of experiencing a transient pause, what is the probability that an operation querying N nodes in parallel hits tail latency?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017520"/>
            <a:ext cx="466344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91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P_tail = 1 - (1 - p)^N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distributed clusters scale from 10 to 100 machines, high-percentile tail latency transforms from a rare statistical edge case into the dominant, default user experience unless mitigated.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PROGRESSION TABLE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03120"/>
          <a:ext cx="4663440" cy="384048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Nodes Queried (N)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 Probability (P_tail)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Impact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Node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Rare, imperceptible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Nodes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in 10 requests stalls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Nodes (vDisk read)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 out of 10 requests stall!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Nodes (Aggregation)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of requests stall!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STATUS QUO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Fixes Fail Under Production Loads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83280" cy="4754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STATIC TIMEOUTS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for a fixed delay (e.g. 500ms). If no response arrives, retry on secondary node.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Flaws: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timeout is tight (100ms), false 504 errors spike during normal load surges.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timeout is loose (800ms), the client has already suffered the full tail latency before retry begins.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Cannot adapt to cluster workload shifts.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4754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BLIND EAGER DUPLICATION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every single read request to two replicas simultaneously; take the first reply.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Fatal Flaws: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Doubles network traffic (+100% egress).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Doubles backend disk IOPS and queue depth.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When nodes slow down under load, sending 2x traffic triggers a thundering herd collapse.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4754880"/>
          </a:xfrm>
          <a:prstGeom prst="roundRect">
            <a:avLst>
              <a:gd name="adj" fmla="val 4054"/>
            </a:avLst>
          </a:prstGeom>
          <a:solidFill>
            <a:srgbClr val="ECFDF5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TAILSQUASH SPECULATION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only to Primary. Dynamically track rolling P90. Only if Primary exceeds P90, fire speculative hedge.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Advantage: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- 95.4% Tail Latency Elimination.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Extra traffic capped at under 8%.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Stale sockets aborted in sub-millisecond.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risk of thundering herd.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Speculative Race &amp; Abort Lifecycle Engine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669280" cy="4754880"/>
          </a:xfrm>
          <a:prstGeom prst="roundRect">
            <a:avLst>
              <a:gd name="adj" fmla="val 288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53035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Client HTTP Read Request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v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+------------------------------------+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TailSquash Reverse Proxy     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- Select Primary (A) &amp; Backup (B)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- Compute Cutoff: max(15ms, P90)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 - Check Budget: rate &lt; 8% cap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+---------+----------------+---------+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           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(T = 0ms) | Fire Primary   | (T = P90) Fire Hedge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                v (Only if primary stalls)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+-----------+    +-----------+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 Node A   |    |  Node B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| (Primary) |    | (Backup)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+-----+-----+    +-----+-----+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           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+--------+-------+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v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Promise.race([A, B])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|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+---------+---------+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v                   v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Winner Streams      Loser Aborted</a:t>
            </a:r>
            <a:endParaRPr lang="en-US" sz="880" dirty="0"/>
          </a:p>
          <a:p>
            <a:pPr indent="0" marL="0">
              <a:lnSpc>
                <a:spcPts val="1200"/>
              </a:lnSpc>
              <a:buNone/>
            </a:pPr>
            <a:r>
              <a:rPr lang="en-US" sz="8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to Client           AbortController()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675120" y="1463040"/>
            <a:ext cx="475488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6459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PILLARS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2103120"/>
            <a:ext cx="4206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Round-Robin Replica Selection: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 primary and secondary load evenly across healthy storage extent replicas.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Non-Blocking Concurrency: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Coordinates the race using native Promise.race() without worker thread overhead.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Instant Socket Cancellation: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Calling primaryCtrl.abort() immediately severs TCP connection to the stalled node, preventing backend memory/thread leaks.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Active Resilient Fallback: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winner drops connection, TailSquash automatically awaits the in-flight sibling, preventing 502 Bad Gateway errors.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Quantile Mathematics: Adaptive P90 Tracker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NEAREST-RANK QUANTILE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- 1,000-Sample Sliding Ring Buffer: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recent round-trip latencies with strictly constant O(1) memory.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Lazy Sort Caching: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invalidates on write; sorts only once per cache cycle to eliminate redundant O(N log N) CPU overhead during traffic spikes.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Nearest-Rank Index Formulation: 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46634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= min(L - 1, max(0, ceil(0.90 * L) - 1))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846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Self-tunes continuously as cluster conditions evolve without requiring manual administrator reconfiguration.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REAL-WORLD SAFEGUARDS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15ms Anti-Jitter Floor: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cutoff = max(15.0ms, historicalP90)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backend storage nodes are responding in 3-5ms, OS thread scheduling jitter on localhost could cause false-alarm hedges. The 15ms floor ensures we never hedge against noise.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Cold-Start Warm-Up Guard: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initial cluster boot (&lt; 10 requests recorded), empirical quantiles are statistically noisy. TailSquash uses safe fallback multipliers (1.4x baseline) until the sample distribution converges.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PROTECTION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Safeguard: Sliding-Window Hedge Budget (&lt; 8% Cap)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DANGER OF UNCHECKED SPECULATION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a real cluster outage strikes?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an entire rack or storage tier is saturated, EVERY request stalls past P90.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Without a circuit breaker, speculative hedging would dispatch duplicate requests for 100% of traffic.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This doubles incoming cluster traffic (+100%), hammering already struggling backend nodes into total catastrophic failure.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speculative proxy without a circuit breaker is an outage multiplier!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HEDGEBUDGET SLIDING WINDOW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 enforces a 10-second rolling window across all cluster traffic:
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92240" y="2560320"/>
            <a:ext cx="466344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= Hedges(10s) / Requests(10s) &lt; 0.08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5661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Rate &lt; 8%: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 is permitted and dispatched.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If Rate &gt;= 8%: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trips! Speculative hedge is silently suppressed.
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Graceful Degradation: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request proceeds normally. Zero extra network load is generated.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Verification: Standard Proxy vs. TailSquash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1069848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CONDITIONS: 500 Requests | 20 Concurrent Workers | 5% Stalls (600ms - 1100ms)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103120"/>
          <a:ext cx="10149840" cy="3840480"/>
        </p:xfrm>
        <a:graphic>
          <a:graphicData uri="http://schemas.openxmlformats.org/drawingml/2006/table">
            <a:tbl>
              <a:tblPr/>
              <a:tblGrid>
                <a:gridCol w="2537460"/>
                <a:gridCol w="2537460"/>
                <a:gridCol w="2537460"/>
                <a:gridCol w="253746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Telemetry 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Reverse Proxy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TailSquash Speculative Proxy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 / Delta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 (Median Latency)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17.8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Parity (0% regression)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P90 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31.4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9.2% Faster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 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184.2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36.1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80.4% Latency Reduction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P99 (Tail Latency)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924.8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42.3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95.4% Tail Elimination!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P99.9 (Extreme Tail)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1,085.1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95.5% Latency Reduction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68.4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 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66.2% Overall Speedup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Traffic Overhead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 below 8% Budget Limit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Stale Sockets Aborted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Sockets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Resource Reclamation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ALIGNMENT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Integration with Nutanix Product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83280" cy="4754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NUTANIX DSF (STARGATE)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vDisk Extent Reads: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Nutanix DSF, vDisk data is chunked into 4MB extents and replicated across 2 or 3 nodes (RF2/RF3).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 Value: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primary drive hits NVMe queue depth saturation, Stargate speculatively hedges to the extent replica over the 100GbE backplane, guaranteeing sub-5ms vDisk read SLAs.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383280" cy="4754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PRISM CENTRAL TELEMETRY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Multi-Cluster Aggregation: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 Central queries health, metrics, and capacity across 50+ remote clusters.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 Value: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High-fanout REST/gRPC queries are hedged across standby controllers, preventing a single sluggish remote cluster from lagging the administrative UI.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383280" cy="4754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NUTANIX KUBERNETES ENGINE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Mesh Ingress: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deployed on NKE experience severe fan-out tail delays across container ingress pods.
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 Value: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 operates as an Envoy-compatible sidecar proxy, eliminating microservice tail latency out of the box with zero code changes.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DELIVERABLES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TailSquash: The Holy Grail of Predictable Scale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241280" y="457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ACHIEVEMENTS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95.4% Tail Elimination: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P99 reduced from 924.8ms down to 42.3ms.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Strict Budget Adherence: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traffic overhead is 4.2%, well within our 8% safety limit.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Sub-Millisecond Cancellation: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lagging sockets severed via AbortController, reclaiming cluster memory and threads.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Zero 502 Failures: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fallback provides instantaneous fault tolerance if a winner fails.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DELIVERABLES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Core Reverse Proxy Engine: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Node.js engine on port 5002.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Live Web Console: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Light-themed dashboard on port 3000 with real-time Chart.js telemetry.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Chaos Injection Controller: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slider adjusting stall rates and delay windows.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Reproducible Benchmark Suite: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benchmark CLI tool.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Interactive Slide Deck: 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live at http://127.0.0.1:3000/presentation.html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Nutanix Hackathon @ IIT Guwahati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TailSquash: Eliminating Distributed Tail Latency</dc:title>
  <dc:subject>PptxGenJS Presentation</dc:subject>
  <dc:creator>TailSquash Team</dc:creator>
  <cp:lastModifiedBy>TailSquash Team</cp:lastModifiedBy>
  <cp:revision>1</cp:revision>
  <dcterms:created xsi:type="dcterms:W3CDTF">2026-09-07T01:12:06Z</dcterms:created>
  <dcterms:modified xsi:type="dcterms:W3CDTF">2026-09-07T01:12:06Z</dcterms:modified>
</cp:coreProperties>
</file>